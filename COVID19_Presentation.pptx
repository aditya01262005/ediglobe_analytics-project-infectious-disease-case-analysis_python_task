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CuHVW22t7Yu9zCoyjOjRPGqgK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da04b670e4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g3da04b670e4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da04b670e4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da04b670e4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" name="Google Shape;20;g3da04b670e4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da04b670e4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a04b670e4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da04b670e4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da04b670e4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da04b670e4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da04b670e4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g3da04b670e4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da04b670e4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da04b670e4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da04b670e4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da04b670e4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3da04b670e4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3da04b670e4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a04b670e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da04b670e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da04b670e4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a04b670e4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da04b670e4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da04b670e4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a04b670e4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a04b670e4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da04b670e4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a04b670e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a04b670e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da04b670e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a04b670e4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a04b670e4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da04b670e4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" name="Google Shape;17;g3da04b670e4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3" name="Google Shape;23;g3da04b670e4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9" name="Google Shape;29;g3da04b670e4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35" name="Google Shape;35;g3da04b670e4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41" name="Google Shape;41;g3da04b670e4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47" name="Google Shape;47;g3da04b670e4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3" name="Google Shape;53;g3da04b670e4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9" name="Google Shape;59;g3da04b670e4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5" name="Google Shape;65;g3da04b670e4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1" name="Google Shape;71;g3da04b670e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7" name="Google Shape;77;g3da04b670e4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2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006D77">
              <a:alpha val="25098"/>
            </a:srgbClr>
          </a:solidFill>
          <a:ln cap="flat" cmpd="sng" w="12700">
            <a:solidFill>
              <a:srgbClr val="006D77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2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3C5BE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83C5BE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83C5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2"/>
          <p:cNvSpPr/>
          <p:nvPr/>
        </p:nvSpPr>
        <p:spPr>
          <a:xfrm>
            <a:off x="457200" y="301752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3C5B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3C5BE"/>
                </a:solidFill>
                <a:latin typeface="Calibri"/>
                <a:ea typeface="Calibri"/>
                <a:cs typeface="Calibri"/>
                <a:sym typeface="Calibri"/>
              </a:rPr>
              <a:t>HealthGuard Analytics Pvt. Ltd.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457200" y="345643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COVID-19 Early Case Trend Analysis &amp; Recovery Insights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Confidential – For Internal Use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2026-03-21T17:31:46Z</dcterms:created>
  <dc:creator>HealthGuard Analytics Pvt. Ltd.</dc:creator>
</cp:coreProperties>
</file>